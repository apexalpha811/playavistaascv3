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3108960"/>
            <a:ext cx="6583680" cy="6583680"/>
          </a:xfrm>
          <a:prstGeom prst="ellipse">
            <a:avLst/>
          </a:prstGeom>
          <a:solidFill>
            <a:srgbClr val="B6C80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3108960"/>
            <a:ext cx="7863840" cy="7863840"/>
          </a:xfrm>
          <a:prstGeom prst="ellipse">
            <a:avLst/>
          </a:prstGeom>
          <a:solidFill>
            <a:srgbClr val="1D00C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48056"/>
            <a:ext cx="146304" cy="201168"/>
          </a:xfrm>
          <a:prstGeom prst="rect">
            <a:avLst/>
          </a:prstGeom>
          <a:solidFill>
            <a:srgbClr val="6B7BF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PORTFOLIO — FULL DETAIL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21-Line Procedure Model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margin, and monthly gross per line — the diligence-level view behind the three-stream summary.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"/>
                <a:gridCol w="914400"/>
                <a:gridCol w="132588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Gross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Massage ×2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/ NeuFit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Hyperbaric O₂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Light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ROBOTS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Aescape Massage ×2 (stations)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PRP Injections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 / Peptide / GLP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Therapy (NAD+/Drips)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&amp; AESTHETICS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Botox &amp; Fillers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Morpheus8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Emsculpt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CoolSculpting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"/>
                <a:gridCol w="914400"/>
                <a:gridCol w="132588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Gross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33"/>
                    </a:solidFill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· PHASE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Biometrics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DUTCH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DEXA 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 · PHASE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A4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Mgmt (Epidural/RFA)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Podiatry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 (Arthro/TJR)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Surgery (MIS)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AE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DD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21 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6C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$1,186,175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2F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17920" y="4901184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81133"/>
          </a:solidFill>
          <a:ln w="15240">
            <a:solidFill>
              <a:srgbClr val="1D00C6"/>
            </a:solidFill>
            <a:prstDash val="solid"/>
          </a:ln>
          <a:effectLst>
            <a:outerShdw sx="100000" sy="100000" kx="0" ky="0" algn="bl" rotWithShape="0" blurRad="177800" dist="63500" dir="5400000">
              <a:srgbClr val="3E00DB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46520" y="5065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SPLIT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446520" y="5358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(clinic): </a:t>
            </a:r>
            <a:pPr indent="0" marL="0">
              <a:buNone/>
            </a:pPr>
            <a:r>
              <a:rPr lang="en-US" sz="1250" b="1" dirty="0">
                <a:solidFill>
                  <a:srgbClr val="B6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$419,175/mo</a:t>
            </a:r>
            <a:pPr indent="0" marL="0">
              <a:buNone/>
            </a:pPr>
            <a:r>
              <a:rPr lang="en-US" sz="1250" dirty="0">
                <a:solidFill>
                  <a:srgbClr val="AE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Phase 2 (surgical): </a:t>
            </a:r>
            <a:pPr indent="0" marL="0">
              <a:buNone/>
            </a:pPr>
            <a:r>
              <a:rPr lang="en-US" sz="1250" b="1" dirty="0">
                <a:solidFill>
                  <a:srgbClr val="CD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$767,000/mo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 VISTA ASC &amp; REJUVENATION CLINIC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406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Qualified Investors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Playa Vista ASC — Investor Pitch</dc:title>
  <dc:subject>PptxGenJS Presentation</dc:subject>
  <dc:creator>Playa Vista ASC &amp; Rejuvenation Clinic</dc:creator>
  <cp:lastModifiedBy>Playa Vista ASC &amp; Rejuvenation Clinic</cp:lastModifiedBy>
  <cp:revision>1</cp:revision>
  <dcterms:created xsi:type="dcterms:W3CDTF">2026-05-31T22:28:15Z</dcterms:created>
  <dcterms:modified xsi:type="dcterms:W3CDTF">2026-05-31T22:28:15Z</dcterms:modified>
</cp:coreProperties>
</file>